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001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CAC2E-5F92-2F84-BB63-D98F0D3BC9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E4EB3E-B698-BF00-0680-6CCE872ED6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B6A84E-B236-E640-5286-2113E34DD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D2694-CE3E-4AE8-9172-98E349824958}" type="datetimeFigureOut">
              <a:rPr lang="en-001" smtClean="0"/>
              <a:t>13 Jan 2025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439B67-59BF-0A3C-570D-6256A3B20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E262D8-2669-2D13-9904-24EF90FF9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C9940-DAA5-4517-BA54-564136D2BB82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955296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8E63D-55D7-BEC8-D41D-565B8778C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63277-5ACD-CC74-72F4-F7D409C795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BFFEDB-A7F5-B3F8-30E2-422362A85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D2694-CE3E-4AE8-9172-98E349824958}" type="datetimeFigureOut">
              <a:rPr lang="en-001" smtClean="0"/>
              <a:t>13 Jan 2025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A94E3-FB8A-00AC-DF14-8EF0958F0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431A6-6BBF-FD18-153C-37540E2BD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C9940-DAA5-4517-BA54-564136D2BB82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105437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9BC4A-154F-7798-0955-88705B2DA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F83B13-091B-5BE6-FE2A-A6DC3575C4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ABD61D-CC72-3D7A-8441-530D6B693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D2694-CE3E-4AE8-9172-98E349824958}" type="datetimeFigureOut">
              <a:rPr lang="en-001" smtClean="0"/>
              <a:t>13 Jan 2025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726BD6-F6E0-1AD2-3CAD-6ADAA81DD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6654C-C802-C1F7-FE24-767A5973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C9940-DAA5-4517-BA54-564136D2BB82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154230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76BCD-D7B1-097D-408F-DC1FED002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9F275-026A-F52A-742A-3DD8CCE022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E48931-C4B4-65ED-02D2-7BD9E8314C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C940FD-D2FB-C39E-EE8E-BE49F62E1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D2694-CE3E-4AE8-9172-98E349824958}" type="datetimeFigureOut">
              <a:rPr lang="en-001" smtClean="0"/>
              <a:t>13 Jan 2025</a:t>
            </a:fld>
            <a:endParaRPr lang="en-001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340589-D361-5633-4274-A1AB66AB1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F931DD-2EBE-70BB-118F-0B579FD1A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C9940-DAA5-4517-BA54-564136D2BB82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561985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33C33-2FAB-0133-A62B-A3C99513E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2E7A04-C445-4D96-A899-2EDF9A4C0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07CFB0-B3D5-CB3D-64F3-84680E73A2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854FCC-C7A3-DD53-D538-E16C41D69D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1CCFF5-BC98-148E-ABB2-9404ACEE74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DC4CB7-721D-34B4-4466-16E44CB2D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D2694-CE3E-4AE8-9172-98E349824958}" type="datetimeFigureOut">
              <a:rPr lang="en-001" smtClean="0"/>
              <a:t>13 Jan 2025</a:t>
            </a:fld>
            <a:endParaRPr lang="en-001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A557D1-6757-E45F-4863-4191766BE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3F0310-B5D6-2487-1F18-1FD3BE222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C9940-DAA5-4517-BA54-564136D2BB82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482550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CC718-3A73-A6B6-9A2E-3BAD5237F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713371-7F78-0DFE-6348-1D88452C0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D2694-CE3E-4AE8-9172-98E349824958}" type="datetimeFigureOut">
              <a:rPr lang="en-001" smtClean="0"/>
              <a:t>13 Jan 2025</a:t>
            </a:fld>
            <a:endParaRPr lang="en-001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694B90-67B1-AAD4-0F19-824A04BAD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D62C31-31D7-E2D4-FBA4-3E22D0F66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C9940-DAA5-4517-BA54-564136D2BB82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156822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56107A-9D88-B7E3-1B36-036DD8AD5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D2694-CE3E-4AE8-9172-98E349824958}" type="datetimeFigureOut">
              <a:rPr lang="en-001" smtClean="0"/>
              <a:t>13 Jan 2025</a:t>
            </a:fld>
            <a:endParaRPr lang="en-001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657377-3A37-FAAB-F77A-9E04557F3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91F178-BAEE-DB5E-6E48-D0E90BF49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C9940-DAA5-4517-BA54-564136D2BB82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158456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4CDA1-C9CF-5E06-D1AE-EA11B6EAE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EC2C7-C586-3F96-940E-4C3B25AD1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96D3A1-16C8-FE74-7E38-6C456225DD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F38155-7CA7-6DF9-0DA6-D9A86A530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D2694-CE3E-4AE8-9172-98E349824958}" type="datetimeFigureOut">
              <a:rPr lang="en-001" smtClean="0"/>
              <a:t>13 Jan 2025</a:t>
            </a:fld>
            <a:endParaRPr lang="en-001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809F43-BBB5-DB62-6DF5-2CBB60459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CF0B2E-3832-37F9-98A4-8FF9633C7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C9940-DAA5-4517-BA54-564136D2BB82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586861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D4A40-69A4-6725-F69C-824C66716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FE2E6A-4D11-25F1-8018-8D864FCCCC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00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A438B4-82FA-CC7B-B090-20CEF47442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AD0E9F-73A5-18A6-6F6B-DD30382B1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D2694-CE3E-4AE8-9172-98E349824958}" type="datetimeFigureOut">
              <a:rPr lang="en-001" smtClean="0"/>
              <a:t>13 Jan 2025</a:t>
            </a:fld>
            <a:endParaRPr lang="en-001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83846E-EBB2-3BCA-8E39-5E73D27FF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3527DD-D7AD-8728-610A-56559B8FD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C9940-DAA5-4517-BA54-564136D2BB82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227499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8F367-2164-8332-2381-5384969DE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FCBF39-CA34-24D3-16AC-CEFB4ADA8F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B75596-589F-BD1D-799A-17E482CF2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D2694-CE3E-4AE8-9172-98E349824958}" type="datetimeFigureOut">
              <a:rPr lang="en-001" smtClean="0"/>
              <a:t>13 Jan 2025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B7725-DC2C-98D5-2F91-C4E7D5F18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CF776-1D11-8BC1-3406-484F70029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C9940-DAA5-4517-BA54-564136D2BB82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250847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768E60-09D0-B758-90E8-89070E667A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326B1A-D9A7-15C4-C41E-6C66D0E53B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FA08C1-66DA-6A89-49CF-52EEBCD41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D2694-CE3E-4AE8-9172-98E349824958}" type="datetimeFigureOut">
              <a:rPr lang="en-001" smtClean="0"/>
              <a:t>13 Jan 2025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50783-23BE-5D4A-F75F-14EA70178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64B798-4108-2E32-044E-760C8CEBD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C9940-DAA5-4517-BA54-564136D2BB82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949341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5AB8A4-1D6F-F194-39D2-84EC2A3FC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2EF236-34AD-1BD2-8F29-A972EA6091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A705B8-3AA4-9A89-56B0-A3A6A05D60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4D2694-CE3E-4AE8-9172-98E349824958}" type="datetimeFigureOut">
              <a:rPr lang="en-001" smtClean="0"/>
              <a:t>13 Jan 2025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C0759-87B8-18D8-F94D-FE1F4E28EF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8FE67-BA59-0EF2-D09D-9FDB8DFDE8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5C9940-DAA5-4517-BA54-564136D2BB82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365487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001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97F99-5847-33E4-0248-E55D74A8D2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FM-LiDAR Pipeline</a:t>
            </a:r>
            <a:endParaRPr lang="en-00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64E5C1-D54A-AE2E-786D-E76D6369AC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387599"/>
          </a:xfrm>
        </p:spPr>
        <p:txBody>
          <a:bodyPr>
            <a:normAutofit/>
          </a:bodyPr>
          <a:lstStyle/>
          <a:p>
            <a:r>
              <a:rPr lang="en-US" dirty="0" err="1"/>
              <a:t>DataJoint</a:t>
            </a:r>
            <a:r>
              <a:rPr lang="en-US" dirty="0"/>
              <a:t> × </a:t>
            </a:r>
            <a:r>
              <a:rPr lang="en-US" dirty="0" err="1"/>
              <a:t>Plotly.Dash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ru-RU" dirty="0"/>
              <a:t>Шубин Я.Р.</a:t>
            </a:r>
          </a:p>
          <a:p>
            <a:r>
              <a:rPr lang="en-US" dirty="0"/>
              <a:t>E4160</a:t>
            </a:r>
            <a:endParaRPr lang="en-001" dirty="0"/>
          </a:p>
        </p:txBody>
      </p:sp>
    </p:spTree>
    <p:extLst>
      <p:ext uri="{BB962C8B-B14F-4D97-AF65-F5344CB8AC3E}">
        <p14:creationId xmlns:p14="http://schemas.microsoft.com/office/powerpoint/2010/main" val="1149937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BF66E-55E2-45F6-B976-EAB2EC407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Описание проекта</a:t>
            </a:r>
            <a:endParaRPr lang="en-00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53280-56D2-8396-8117-0B298F769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4561" y="1737905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При работе лазерного дальномера</a:t>
            </a:r>
            <a:r>
              <a:rPr lang="en-US" dirty="0"/>
              <a:t> </a:t>
            </a:r>
            <a:r>
              <a:rPr lang="ru-RU" dirty="0"/>
              <a:t>типа </a:t>
            </a:r>
            <a:r>
              <a:rPr lang="en-US" dirty="0"/>
              <a:t>FM-LiDAR</a:t>
            </a:r>
            <a:r>
              <a:rPr lang="ru-RU" dirty="0"/>
              <a:t> информацию об измерениях получают в виде </a:t>
            </a:r>
            <a:r>
              <a:rPr lang="ru-RU" dirty="0" err="1"/>
              <a:t>интерферограммы</a:t>
            </a:r>
            <a:r>
              <a:rPr lang="ru-RU" dirty="0"/>
              <a:t> с частотой биений, пропорциональной измеренной дистанции.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Для экстракции полезных данных получаемые </a:t>
            </a:r>
            <a:r>
              <a:rPr lang="ru-RU" dirty="0" err="1"/>
              <a:t>вейвформы</a:t>
            </a:r>
            <a:r>
              <a:rPr lang="ru-RU" dirty="0"/>
              <a:t> </a:t>
            </a:r>
            <a:r>
              <a:rPr lang="ru-RU" dirty="0" err="1"/>
              <a:t>предобрабатывают</a:t>
            </a:r>
            <a:r>
              <a:rPr lang="ru-RU" dirty="0"/>
              <a:t>: спектрально фильтруют, сглаживают и нормализуют. Затем различными методами по подготовленным данным оценивают частоту.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В этом проекте реализован </a:t>
            </a:r>
            <a:r>
              <a:rPr lang="ru-RU" dirty="0" err="1"/>
              <a:t>пайплайн</a:t>
            </a:r>
            <a:r>
              <a:rPr lang="ru-RU" dirty="0"/>
              <a:t>, сопровождающий загрузку, хранение и обработку </a:t>
            </a:r>
            <a:r>
              <a:rPr lang="ru-RU" dirty="0" err="1"/>
              <a:t>вейвформ</a:t>
            </a:r>
            <a:r>
              <a:rPr lang="ru-RU" dirty="0"/>
              <a:t> от </a:t>
            </a:r>
            <a:r>
              <a:rPr lang="en-US" dirty="0"/>
              <a:t>csv-</a:t>
            </a:r>
            <a:r>
              <a:rPr lang="ru-RU" dirty="0"/>
              <a:t>файла до вычисления частоты биений методом синусоидальной регрессии (через МНК).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en-001" dirty="0"/>
          </a:p>
        </p:txBody>
      </p:sp>
      <p:pic>
        <p:nvPicPr>
          <p:cNvPr id="5" name="Graphic 4" descr="Periodic Graph outline">
            <a:extLst>
              <a:ext uri="{FF2B5EF4-FFF2-40B4-BE49-F238E27FC236}">
                <a16:creationId xmlns:a16="http://schemas.microsoft.com/office/drawing/2014/main" id="{C678F674-21F5-82B7-8D8A-AA99DADD48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1839" y="1690688"/>
            <a:ext cx="914400" cy="914400"/>
          </a:xfrm>
          <a:prstGeom prst="rect">
            <a:avLst/>
          </a:prstGeom>
        </p:spPr>
      </p:pic>
      <p:pic>
        <p:nvPicPr>
          <p:cNvPr id="9" name="Graphic 8" descr="Remote learning science outline">
            <a:extLst>
              <a:ext uri="{FF2B5EF4-FFF2-40B4-BE49-F238E27FC236}">
                <a16:creationId xmlns:a16="http://schemas.microsoft.com/office/drawing/2014/main" id="{CEEF06C6-E3B5-7D17-F077-5AFE493CDD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1839" y="3225800"/>
            <a:ext cx="914400" cy="914400"/>
          </a:xfrm>
          <a:prstGeom prst="rect">
            <a:avLst/>
          </a:prstGeom>
        </p:spPr>
      </p:pic>
      <p:pic>
        <p:nvPicPr>
          <p:cNvPr id="11" name="Graphic 10" descr="Web design outline">
            <a:extLst>
              <a:ext uri="{FF2B5EF4-FFF2-40B4-BE49-F238E27FC236}">
                <a16:creationId xmlns:a16="http://schemas.microsoft.com/office/drawing/2014/main" id="{7C9BB0DB-646C-7CC3-3438-F1F83CBDF3F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1839" y="469418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546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100AA-D2F0-9CD8-BE4B-F4B9981FE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Стек технологий</a:t>
            </a:r>
            <a:endParaRPr lang="en-00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25B86-7A67-CADF-45CA-330C833D1B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0038" y="4675552"/>
            <a:ext cx="2890684" cy="112338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dirty="0"/>
              <a:t>База данных</a:t>
            </a:r>
            <a:endParaRPr lang="en-US" dirty="0"/>
          </a:p>
          <a:p>
            <a:pPr marL="0" indent="0" algn="ctr">
              <a:buNone/>
            </a:pPr>
            <a:r>
              <a:rPr lang="en-US" b="1" i="1" dirty="0"/>
              <a:t>MySQL</a:t>
            </a:r>
          </a:p>
        </p:txBody>
      </p:sp>
      <p:pic>
        <p:nvPicPr>
          <p:cNvPr id="5" name="Graphic 4" descr="Database outline">
            <a:extLst>
              <a:ext uri="{FF2B5EF4-FFF2-40B4-BE49-F238E27FC236}">
                <a16:creationId xmlns:a16="http://schemas.microsoft.com/office/drawing/2014/main" id="{3257CFAB-365E-125C-9DFD-C9278ADD22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37519" y="1955143"/>
            <a:ext cx="2155723" cy="2155723"/>
          </a:xfrm>
          <a:prstGeom prst="rect">
            <a:avLst/>
          </a:prstGeom>
        </p:spPr>
      </p:pic>
      <p:pic>
        <p:nvPicPr>
          <p:cNvPr id="7" name="Graphic 6" descr="Flowchart outline">
            <a:extLst>
              <a:ext uri="{FF2B5EF4-FFF2-40B4-BE49-F238E27FC236}">
                <a16:creationId xmlns:a16="http://schemas.microsoft.com/office/drawing/2014/main" id="{255603D8-FDFB-9C18-7349-F3CD3B7D6F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18139" y="1955143"/>
            <a:ext cx="2155722" cy="215572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80B9F0A-31C8-B1C0-1E57-BA5577C78A5B}"/>
              </a:ext>
            </a:extLst>
          </p:cNvPr>
          <p:cNvSpPr txBox="1"/>
          <p:nvPr/>
        </p:nvSpPr>
        <p:spPr>
          <a:xfrm>
            <a:off x="4694904" y="4675552"/>
            <a:ext cx="280219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2800" dirty="0" err="1"/>
              <a:t>Оркестрация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i="1" dirty="0" err="1"/>
              <a:t>DataJoint</a:t>
            </a:r>
            <a:endParaRPr lang="en-US" sz="2800" b="1" i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68E6C8-F559-4C13-B573-909AFD8916E8}"/>
              </a:ext>
            </a:extLst>
          </p:cNvPr>
          <p:cNvSpPr txBox="1"/>
          <p:nvPr/>
        </p:nvSpPr>
        <p:spPr>
          <a:xfrm>
            <a:off x="8577412" y="4675551"/>
            <a:ext cx="241873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2800" dirty="0"/>
              <a:t>Интерфейс</a:t>
            </a:r>
            <a:r>
              <a:rPr lang="en-US" sz="2800" dirty="0"/>
              <a:t> </a:t>
            </a:r>
          </a:p>
          <a:p>
            <a:pPr marL="0" indent="0" algn="ctr">
              <a:buNone/>
            </a:pPr>
            <a:r>
              <a:rPr lang="en-US" sz="2800" b="1" i="1" dirty="0" err="1"/>
              <a:t>Plotly.Dash</a:t>
            </a:r>
            <a:endParaRPr lang="en-001" sz="2800" b="1" i="1" dirty="0"/>
          </a:p>
        </p:txBody>
      </p:sp>
      <p:pic>
        <p:nvPicPr>
          <p:cNvPr id="13" name="Graphic 12" descr="Ui Ux outline">
            <a:extLst>
              <a:ext uri="{FF2B5EF4-FFF2-40B4-BE49-F238E27FC236}">
                <a16:creationId xmlns:a16="http://schemas.microsoft.com/office/drawing/2014/main" id="{04E0BBD4-BEBB-0BBF-18D5-204EC6A5B02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08920" y="1955143"/>
            <a:ext cx="2155722" cy="2155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632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CDD3F-A6FE-BD6E-366F-89CA471A8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Реляционная схема БД</a:t>
            </a:r>
            <a:endParaRPr lang="en-001" dirty="0"/>
          </a:p>
        </p:txBody>
      </p:sp>
      <p:pic>
        <p:nvPicPr>
          <p:cNvPr id="5" name="Picture 4" descr="A diagram of a diagram&#10;&#10;Description automatically generated">
            <a:extLst>
              <a:ext uri="{FF2B5EF4-FFF2-40B4-BE49-F238E27FC236}">
                <a16:creationId xmlns:a16="http://schemas.microsoft.com/office/drawing/2014/main" id="{2589B5D5-35E5-EC2D-EF92-6414417640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535" y="1314768"/>
            <a:ext cx="6604853" cy="49536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96A045-A880-5873-9A60-D4398AEB9BFC}"/>
              </a:ext>
            </a:extLst>
          </p:cNvPr>
          <p:cNvSpPr txBox="1"/>
          <p:nvPr/>
        </p:nvSpPr>
        <p:spPr>
          <a:xfrm>
            <a:off x="6983362" y="2091513"/>
            <a:ext cx="3136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- Метаданные эксперимента</a:t>
            </a:r>
            <a:endParaRPr lang="en-00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DCB765-5A0B-0442-B06A-AA2C099FDA42}"/>
              </a:ext>
            </a:extLst>
          </p:cNvPr>
          <p:cNvSpPr txBox="1"/>
          <p:nvPr/>
        </p:nvSpPr>
        <p:spPr>
          <a:xfrm>
            <a:off x="6983362" y="3237590"/>
            <a:ext cx="4370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- Метаданные и контент </a:t>
            </a:r>
            <a:r>
              <a:rPr lang="ru-RU" dirty="0" err="1"/>
              <a:t>вейвформ</a:t>
            </a:r>
            <a:endParaRPr lang="en-00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72192F-9FE2-E95D-70B8-7B1FD7AF49B1}"/>
              </a:ext>
            </a:extLst>
          </p:cNvPr>
          <p:cNvSpPr txBox="1"/>
          <p:nvPr/>
        </p:nvSpPr>
        <p:spPr>
          <a:xfrm>
            <a:off x="6983362" y="4249743"/>
            <a:ext cx="4370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- Контент </a:t>
            </a:r>
            <a:r>
              <a:rPr lang="ru-RU" dirty="0" err="1"/>
              <a:t>предобработанных</a:t>
            </a:r>
            <a:r>
              <a:rPr lang="ru-RU" dirty="0"/>
              <a:t> </a:t>
            </a:r>
            <a:r>
              <a:rPr lang="ru-RU" dirty="0" err="1"/>
              <a:t>вейвформ</a:t>
            </a:r>
            <a:endParaRPr lang="en-00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698958-48E4-30BA-F6D1-18E4FBAD2BA5}"/>
              </a:ext>
            </a:extLst>
          </p:cNvPr>
          <p:cNvSpPr txBox="1"/>
          <p:nvPr/>
        </p:nvSpPr>
        <p:spPr>
          <a:xfrm>
            <a:off x="6983362" y="5261896"/>
            <a:ext cx="4370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- Метаданные и результаты </a:t>
            </a:r>
            <a:r>
              <a:rPr lang="ru-RU" dirty="0" err="1"/>
              <a:t>фиттинга</a:t>
            </a:r>
            <a:endParaRPr lang="en-00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270847-8351-A897-83BE-122E0A2B5FCA}"/>
              </a:ext>
            </a:extLst>
          </p:cNvPr>
          <p:cNvSpPr txBox="1"/>
          <p:nvPr/>
        </p:nvSpPr>
        <p:spPr>
          <a:xfrm>
            <a:off x="666170" y="2078836"/>
            <a:ext cx="1484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Ручной ввод</a:t>
            </a:r>
            <a:endParaRPr lang="en-00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A55A1A-5AE9-E43A-0299-4C929985FAB6}"/>
              </a:ext>
            </a:extLst>
          </p:cNvPr>
          <p:cNvSpPr txBox="1"/>
          <p:nvPr/>
        </p:nvSpPr>
        <p:spPr>
          <a:xfrm>
            <a:off x="666170" y="3212236"/>
            <a:ext cx="2389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Выгрузка через </a:t>
            </a:r>
            <a:r>
              <a:rPr lang="en-US" dirty="0"/>
              <a:t>GUI</a:t>
            </a:r>
            <a:endParaRPr lang="en-00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70C915-E92A-206E-FF33-AEB740B7D3EA}"/>
              </a:ext>
            </a:extLst>
          </p:cNvPr>
          <p:cNvSpPr txBox="1"/>
          <p:nvPr/>
        </p:nvSpPr>
        <p:spPr>
          <a:xfrm>
            <a:off x="666170" y="4723702"/>
            <a:ext cx="1484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/>
              <a:t>Авторасчет</a:t>
            </a:r>
            <a:endParaRPr lang="en-001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B126D41-2157-4875-65CB-215E4385A8E1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2150876" y="2263502"/>
            <a:ext cx="125845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09210D1-9E5E-3042-040D-177EC05CBE54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3055372" y="3396902"/>
            <a:ext cx="3539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5A2CFCD8-07E0-05B1-7E16-A39CB6F905BB}"/>
              </a:ext>
            </a:extLst>
          </p:cNvPr>
          <p:cNvCxnSpPr>
            <a:cxnSpLocks/>
          </p:cNvCxnSpPr>
          <p:nvPr/>
        </p:nvCxnSpPr>
        <p:spPr>
          <a:xfrm>
            <a:off x="2760011" y="4723702"/>
            <a:ext cx="590722" cy="587237"/>
          </a:xfrm>
          <a:prstGeom prst="curvedConnector3">
            <a:avLst>
              <a:gd name="adj1" fmla="val -46316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1" name="Connector: Curved 40">
            <a:extLst>
              <a:ext uri="{FF2B5EF4-FFF2-40B4-BE49-F238E27FC236}">
                <a16:creationId xmlns:a16="http://schemas.microsoft.com/office/drawing/2014/main" id="{205ABF35-C359-3D34-7CFE-372C405BE719}"/>
              </a:ext>
            </a:extLst>
          </p:cNvPr>
          <p:cNvCxnSpPr>
            <a:cxnSpLocks/>
          </p:cNvCxnSpPr>
          <p:nvPr/>
        </p:nvCxnSpPr>
        <p:spPr>
          <a:xfrm>
            <a:off x="5800639" y="3685929"/>
            <a:ext cx="590722" cy="587237"/>
          </a:xfrm>
          <a:prstGeom prst="curvedConnector3">
            <a:avLst>
              <a:gd name="adj1" fmla="val 180715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D946EB49-1FD1-CDA7-59CB-E282A6D68B62}"/>
              </a:ext>
            </a:extLst>
          </p:cNvPr>
          <p:cNvSpPr txBox="1"/>
          <p:nvPr/>
        </p:nvSpPr>
        <p:spPr>
          <a:xfrm>
            <a:off x="3409335" y="6037575"/>
            <a:ext cx="23892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Вывод и визуализация в </a:t>
            </a:r>
            <a:r>
              <a:rPr lang="en-US" dirty="0"/>
              <a:t>GUI</a:t>
            </a:r>
            <a:endParaRPr lang="en-001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A6F94AF-8771-AE16-3EB1-80BB0BD830BA}"/>
              </a:ext>
            </a:extLst>
          </p:cNvPr>
          <p:cNvCxnSpPr>
            <a:cxnSpLocks/>
            <a:endCxn id="43" idx="0"/>
          </p:cNvCxnSpPr>
          <p:nvPr/>
        </p:nvCxnSpPr>
        <p:spPr>
          <a:xfrm>
            <a:off x="4603936" y="5750560"/>
            <a:ext cx="0" cy="2870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3526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6E0BB-0417-A297-C927-C6212A991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Демонстрация скриптов </a:t>
            </a:r>
            <a:r>
              <a:rPr lang="ru-RU" dirty="0" err="1"/>
              <a:t>оркестрации</a:t>
            </a:r>
            <a:endParaRPr lang="en-001" dirty="0"/>
          </a:p>
        </p:txBody>
      </p:sp>
      <p:pic>
        <p:nvPicPr>
          <p:cNvPr id="5" name="Picture 4" descr="A screen shot of a computer&#10;&#10;Description automatically generated">
            <a:extLst>
              <a:ext uri="{FF2B5EF4-FFF2-40B4-BE49-F238E27FC236}">
                <a16:creationId xmlns:a16="http://schemas.microsoft.com/office/drawing/2014/main" id="{0DD95C3C-D76D-F48E-7F04-FF352EA0AC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58135"/>
            <a:ext cx="12192000" cy="3009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742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B8BE8-92CA-D8A1-A04F-6D4F4EBC0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Демонстрация </a:t>
            </a:r>
            <a:r>
              <a:rPr lang="en-US" dirty="0"/>
              <a:t>GUI: </a:t>
            </a:r>
            <a:r>
              <a:rPr lang="ru-RU" dirty="0" err="1"/>
              <a:t>дашборд</a:t>
            </a:r>
            <a:endParaRPr lang="en-001" dirty="0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4550E7B0-91F2-B75C-5B84-236B1B2861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925" y="1384678"/>
            <a:ext cx="9264149" cy="5341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868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C1DD5-B8BF-CE0C-1D81-518148C49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1FA49-7B63-497B-EC10-8B21998E6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Демонстрация </a:t>
            </a:r>
            <a:r>
              <a:rPr lang="en-US" dirty="0"/>
              <a:t>GUI:</a:t>
            </a:r>
            <a:r>
              <a:rPr lang="ru-RU" dirty="0"/>
              <a:t> загрузка </a:t>
            </a:r>
            <a:r>
              <a:rPr lang="ru-RU" dirty="0" err="1"/>
              <a:t>вейвформ</a:t>
            </a:r>
            <a:endParaRPr lang="en-001" dirty="0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83ED3CA7-34BF-B77C-4158-19BC5AF673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355" y="1378690"/>
            <a:ext cx="9239289" cy="5326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222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9BB8F-BBF6-F5DF-9108-3763BB2F8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Дополнительно: структура репозитория</a:t>
            </a:r>
            <a:endParaRPr lang="en-00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BA4BD-BAB1-593B-CD2A-C1E35875D2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886440" cy="5042535"/>
          </a:xfrm>
        </p:spPr>
        <p:txBody>
          <a:bodyPr>
            <a:normAutofit lnSpcReduction="10000"/>
          </a:bodyPr>
          <a:lstStyle/>
          <a:p>
            <a:pPr>
              <a:buFont typeface="Aptos" panose="020B0004020202020204" pitchFamily="34" charset="0"/>
              <a:buChar char="–"/>
            </a:pPr>
            <a:r>
              <a:rPr lang="en-US" dirty="0" err="1"/>
              <a:t>src</a:t>
            </a:r>
            <a:r>
              <a:rPr lang="en-US" dirty="0"/>
              <a:t>/</a:t>
            </a:r>
            <a:br>
              <a:rPr lang="ru-RU" dirty="0"/>
            </a:br>
            <a:r>
              <a:rPr lang="ru-RU" dirty="0"/>
              <a:t>	скрипты обработки и описания структуры БД и приложения</a:t>
            </a:r>
          </a:p>
          <a:p>
            <a:pPr>
              <a:buFont typeface="Aptos" panose="020B0004020202020204" pitchFamily="34" charset="0"/>
              <a:buChar char="–"/>
            </a:pPr>
            <a:r>
              <a:rPr lang="en-US" dirty="0"/>
              <a:t>scripts/</a:t>
            </a:r>
            <a:br>
              <a:rPr lang="en-US" dirty="0"/>
            </a:br>
            <a:r>
              <a:rPr lang="ru-RU" dirty="0"/>
              <a:t>	демонстрационные скрипты </a:t>
            </a:r>
            <a:r>
              <a:rPr lang="ru-RU" dirty="0" err="1"/>
              <a:t>оркестрации</a:t>
            </a:r>
            <a:endParaRPr lang="ru-RU" dirty="0"/>
          </a:p>
          <a:p>
            <a:pPr>
              <a:buFont typeface="Aptos" panose="020B0004020202020204" pitchFamily="34" charset="0"/>
              <a:buChar char="–"/>
            </a:pPr>
            <a:r>
              <a:rPr lang="en-US" dirty="0"/>
              <a:t>images/, gif/</a:t>
            </a:r>
            <a:br>
              <a:rPr lang="en-US" dirty="0"/>
            </a:br>
            <a:r>
              <a:rPr lang="ru-RU" dirty="0"/>
              <a:t>	иллюстрации работы приложения и логики проекта</a:t>
            </a:r>
          </a:p>
          <a:p>
            <a:pPr>
              <a:buFont typeface="Aptos" panose="020B0004020202020204" pitchFamily="34" charset="0"/>
              <a:buChar char="–"/>
            </a:pPr>
            <a:r>
              <a:rPr lang="en-US" dirty="0"/>
              <a:t>data/LIDAR_test_5mm_by_100um/</a:t>
            </a:r>
            <a:br>
              <a:rPr lang="en-US" dirty="0"/>
            </a:br>
            <a:r>
              <a:rPr lang="ru-RU" dirty="0"/>
              <a:t>	тестовый набор данных с одного эксперимента</a:t>
            </a:r>
          </a:p>
          <a:p>
            <a:pPr>
              <a:buFont typeface="Aptos" panose="020B0004020202020204" pitchFamily="34" charset="0"/>
              <a:buChar char="–"/>
            </a:pPr>
            <a:r>
              <a:rPr lang="en-US" dirty="0"/>
              <a:t>deprecated/</a:t>
            </a:r>
            <a:r>
              <a:rPr lang="en-US" dirty="0" err="1"/>
              <a:t>script.m</a:t>
            </a:r>
            <a:br>
              <a:rPr lang="en-US" dirty="0"/>
            </a:br>
            <a:r>
              <a:rPr lang="ru-RU" dirty="0"/>
              <a:t>	устаревший скрипт обработки на </a:t>
            </a:r>
            <a:r>
              <a:rPr lang="en-US" dirty="0"/>
              <a:t>MATLAB</a:t>
            </a:r>
          </a:p>
          <a:p>
            <a:pPr>
              <a:buFont typeface="Aptos" panose="020B0004020202020204" pitchFamily="34" charset="0"/>
              <a:buChar char="–"/>
            </a:pPr>
            <a:r>
              <a:rPr lang="en-US" dirty="0" err="1"/>
              <a:t>mysql</a:t>
            </a:r>
            <a:r>
              <a:rPr lang="en-US" dirty="0"/>
              <a:t>-docker/</a:t>
            </a:r>
            <a:br>
              <a:rPr lang="en-US" dirty="0"/>
            </a:br>
            <a:r>
              <a:rPr lang="ru-RU" dirty="0"/>
              <a:t>	</a:t>
            </a:r>
            <a:r>
              <a:rPr lang="ru-RU" dirty="0" err="1"/>
              <a:t>субмодуль</a:t>
            </a:r>
            <a:r>
              <a:rPr lang="ru-RU" dirty="0"/>
              <a:t> с </a:t>
            </a:r>
            <a:r>
              <a:rPr lang="en-US" dirty="0"/>
              <a:t>docker-</a:t>
            </a:r>
            <a:r>
              <a:rPr lang="ru-RU" dirty="0"/>
              <a:t>контейнером </a:t>
            </a:r>
            <a:r>
              <a:rPr lang="en-US" dirty="0" err="1"/>
              <a:t>datajoint</a:t>
            </a:r>
            <a:r>
              <a:rPr lang="ru-RU" dirty="0"/>
              <a:t>-</a:t>
            </a:r>
            <a:r>
              <a:rPr lang="en-US" dirty="0" err="1"/>
              <a:t>mysql</a:t>
            </a:r>
            <a:r>
              <a:rPr lang="en-US" dirty="0"/>
              <a:t>-</a:t>
            </a:r>
            <a:r>
              <a:rPr lang="ru-RU" dirty="0"/>
              <a:t>сервера</a:t>
            </a:r>
            <a:endParaRPr lang="en-001" dirty="0"/>
          </a:p>
        </p:txBody>
      </p:sp>
    </p:spTree>
    <p:extLst>
      <p:ext uri="{BB962C8B-B14F-4D97-AF65-F5344CB8AC3E}">
        <p14:creationId xmlns:p14="http://schemas.microsoft.com/office/powerpoint/2010/main" val="24968104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220</Words>
  <Application>Microsoft Office PowerPoint</Application>
  <PresentationFormat>Widescreen</PresentationFormat>
  <Paragraphs>38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FM-LiDAR Pipeline</vt:lpstr>
      <vt:lpstr>Описание проекта</vt:lpstr>
      <vt:lpstr>Стек технологий</vt:lpstr>
      <vt:lpstr>Реляционная схема БД</vt:lpstr>
      <vt:lpstr>Демонстрация скриптов оркестрации</vt:lpstr>
      <vt:lpstr>Демонстрация GUI: дашборд</vt:lpstr>
      <vt:lpstr>Демонстрация GUI: загрузка вейвформ</vt:lpstr>
      <vt:lpstr>Дополнительно: структура репозитория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Шубин Ярослав Русланович</dc:creator>
  <cp:lastModifiedBy>Шубин Ярослав Русланович</cp:lastModifiedBy>
  <cp:revision>33</cp:revision>
  <dcterms:created xsi:type="dcterms:W3CDTF">2025-01-13T17:16:27Z</dcterms:created>
  <dcterms:modified xsi:type="dcterms:W3CDTF">2025-01-13T19:30:10Z</dcterms:modified>
</cp:coreProperties>
</file>